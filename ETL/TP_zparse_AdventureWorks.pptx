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à vérifier avant la séance : exercice 1, remplacer Color vide (bonus, incertain) ; exercice 5, First/Last sont dans la catégorie List et prennent la sortie de Split ; Regexp/Replace : vérifier la syntaxe des caractères spéciaux. Filtres : placer le Filter (type JSON) après le Data Model pour avoir 0 erreur. Dates OrderHeader/OrderDetail stockées en texte → DateTime from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zparse — Adventure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exercices · 1 exercice = 1 onglet = 1 mapping · fichier « Adventure Works 7 tables.xlsx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104949" cy="4983480"/>
          </a:xfrm>
          <a:prstGeom prst="roundRect">
            <a:avLst>
              <a:gd name="adj" fmla="val 347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64592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645920"/>
            <a:ext cx="1281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12848"/>
            <a:ext cx="1775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produits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33472"/>
            <a:ext cx="1885493" cy="16002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ListPrice &gt; 0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ProductLine et Class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ListPrice − StandardCost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MarginPct = Margin ÷ ListPrice × 100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279392"/>
            <a:ext cx="1775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4507992"/>
            <a:ext cx="1775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condition · Filter · Trim · Product · Sum · Division · Round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0"/>
            <a:ext cx="1885493" cy="987552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5358384"/>
            <a:ext cx="166603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produits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LL : 34.57 (25.9 %)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90749" y="1463040"/>
            <a:ext cx="2104949" cy="4983480"/>
          </a:xfrm>
          <a:prstGeom prst="roundRect">
            <a:avLst>
              <a:gd name="adj" fmla="val 347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55341" y="164592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55341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03981" y="1645920"/>
            <a:ext cx="1281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55341" y="2212848"/>
            <a:ext cx="1775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Profils clients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00477" y="2633472"/>
            <a:ext cx="1885493" cy="16002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en majuscules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S/M → Single/Married, M/F → Male/Female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à partir de BirthDate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HighIncome si YearlyIncome ≥ 100 000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55341" y="4279392"/>
            <a:ext cx="1775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55341" y="4507992"/>
            <a:ext cx="1775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· Replace / Text matcher · DateTime duration · Number condition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00477" y="5303520"/>
            <a:ext cx="1885493" cy="987552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0205" y="5358384"/>
            <a:ext cx="166603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18 484 clients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2 198 HighIncome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24298" y="1463040"/>
            <a:ext cx="2104949" cy="4983480"/>
          </a:xfrm>
          <a:prstGeom prst="roundRect">
            <a:avLst>
              <a:gd name="adj" fmla="val 347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8890" y="164592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8889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837530" y="1645920"/>
            <a:ext cx="1281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OrderHeader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88890" y="2212848"/>
            <a:ext cx="1775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234026" y="2633472"/>
            <a:ext cx="1885493" cy="16002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texte → DateTime from text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= ShipDate − OrderDate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OnlineOrderFlag 0/1 → Store/Online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TotalDue &gt; 10 000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288890" y="4279392"/>
            <a:ext cx="1775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288890" y="4507992"/>
            <a:ext cx="1775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from text · DateTime duration · Map to text · Filter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34026" y="5303520"/>
            <a:ext cx="1885493" cy="987552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43754" y="5358384"/>
            <a:ext cx="166603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1 878 commandes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43659 : 7 jours, Store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7846" y="1463040"/>
            <a:ext cx="2104949" cy="4983480"/>
          </a:xfrm>
          <a:prstGeom prst="roundRect">
            <a:avLst>
              <a:gd name="adj" fmla="val 347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2438" y="164592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2243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171078" y="1645920"/>
            <a:ext cx="1281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OrderDetail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622438" y="2212848"/>
            <a:ext cx="1775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Détail commandes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567574" y="2633472"/>
            <a:ext cx="1885493" cy="16002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LineTotal = Qty × UnitPrice × (1 − Discount)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Arrondir à 2 décimales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HasDiscount si remise &gt; 0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les lignes remisées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622438" y="4279392"/>
            <a:ext cx="1775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622438" y="4507992"/>
            <a:ext cx="1775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Sum (initial 1) · Round · Number condition · Filter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67574" y="5303520"/>
            <a:ext cx="1885493" cy="987552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77302" y="5358384"/>
            <a:ext cx="166603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3 282 lignes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803 : 23 190.65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791395" y="1463040"/>
            <a:ext cx="2104949" cy="4983480"/>
          </a:xfrm>
          <a:prstGeom prst="roundRect">
            <a:avLst>
              <a:gd name="adj" fmla="val 347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55987" y="164592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955987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10504627" y="1645920"/>
            <a:ext cx="12819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+ Customers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955987" y="2212848"/>
            <a:ext cx="17757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Décoder les codes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9901123" y="2633472"/>
            <a:ext cx="1885493" cy="1600200"/>
          </a:xfrm>
          <a:prstGeom prst="rect">
            <a:avLst/>
          </a:prstGeom>
          <a:noFill/>
          <a:ln/>
        </p:spPr>
        <p:txBody>
          <a:bodyPr wrap="square" lIns="0" tIns="0" rIns="2540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ProductNumber sur le tiret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→ famille, garder BK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commence par « 1 (11) » → International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: ne garder que les chiffres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955987" y="4279392"/>
            <a:ext cx="17757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955987" y="4507992"/>
            <a:ext cx="177576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· First · Last · Starts With · Replace / Regexp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901123" y="5303520"/>
            <a:ext cx="1885493" cy="987552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010851" y="5358384"/>
            <a:ext cx="166603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vélos</a:t>
            </a:r>
            <a:endParaRPr lang="en-US" sz="9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9 023 intl · 9 461 US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2026-09-27T17:01:33Z</dcterms:created>
  <dcterms:modified xsi:type="dcterms:W3CDTF">2026-09-27T17:01:33Z</dcterms:modified>
</cp:coreProperties>
</file>